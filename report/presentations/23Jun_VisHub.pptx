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Visual Trace Map of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Edinburgh Place Names in Literature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Reframing literary place names as narrative structure, not geography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Merritt Wang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Uta Hinrichs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Informatics, University of Edinburgh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geographic maps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2588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maps assume a place name's meaning is fixed by its location.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literature, meaning instead comes from narrative context: which chapter a place appears in, which other places surround it, and what that selection reveals about the author's imagination.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1089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 </a:t>
            </a:r>
            <a:pPr indent="0" marL="0">
              <a:buNone/>
            </a:pPr>
            <a:r>
              <a:rPr lang="en-US" sz="150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place names in literary text be visualised as an independent narrative structure, rather than simply a rendering of geographic information?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LitLong Edinburgh database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6451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5074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works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(1687-2015)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45720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46451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2,135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46120" y="5074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names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45720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46451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48,056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0" y="5074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41080" y="45720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46451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41080" y="5074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complementary research directions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716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spatial fingerprints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RQ: Does each author's distribution of place-name mentions form a visually distinctive spatial signature?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Stevenson clusters around the dark closes of the Old Town; Welsh clusters around Leith. Place choice is part of authorial style, just like vocabulary or syntax.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 </a:t>
            </a:r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Stange &amp; Dörk's street-map fingerprint — pushed further by dropping geographic coordinates entirely.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80760" y="11430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A7BEA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0" y="13716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topology networks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RQ: Does place co-occurrence reveal a narrative topology that diverges from geographic topology?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places far apart on the map may be narratively inseparable; two neighbours may never appear together. That divergence is the finding.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 </a:t>
            </a:r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London Tube Map logic — replacing geography with functional, narrative connection.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stack:  Python (pandas, NetworkX) for processing  |  D3.js for interactive front-end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so far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45336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356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approval + data protection training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46504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446635 (covering the planned user evaluation) was approved. Both required Learn Ultra modules — Data Protection Training and Data Protection for Research — completed.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34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044952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all four LitLong tables (documents, locations, mentions, location-by-document) and confirmed they support both planned analyses: per-author frequency distributions and place co-occurrence.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142232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325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 skeleton (Overleaf)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3434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Informatics MSc template from a prior dissertation example, with title page, ethics declaration, and full chapter structure in place. Compiles cleanly.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80760" y="1097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80760" y="1545336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4356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extraction method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746504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that the start_word field is globally unique and strictly increasing within each document — meaning narrative order can be derived directly. Now validating this against real source-text excerpts found in a supervisor-provided CMS export, rather than only inferring 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3300984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1912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sketches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502152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six candidate directions (radar fingerprint, force-directed network, metro-map topology, reader-plot timeline, density heatmap, small multiples) to compare before committing to one approach.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candidate sketch designs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directions drafted in parallel — final choice to be informed by user feedback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BFB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slides_assets/sketch1_rad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481328"/>
            <a:ext cx="3337560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25112" y="137160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BFB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tmp/slides_assets/sketch2_for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62272" y="1481328"/>
            <a:ext cx="3337560" cy="1783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101584" y="137160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BFB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2" descr="/tmp/slides_assets/sketch3_metr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38744" y="1481328"/>
            <a:ext cx="3337560" cy="17830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3822192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BFB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3" descr="/tmp/slides_assets/sketch4_timelin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5800" y="3931920"/>
            <a:ext cx="3337560" cy="178308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325112" y="3822192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BFB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4" descr="/tmp/slides_assets/sketch5_heatmap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62272" y="3931920"/>
            <a:ext cx="3337560" cy="1783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101584" y="3822192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BFB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5" descr="/tmp/slides_assets/sketch6_smallmultiple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38744" y="3931920"/>
            <a:ext cx="333756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3167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user feedback study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55648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participants (digital humanities students / general readers), in-person vs online format, and draft the task + interview questions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505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39572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sequence extraction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83464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start_word ordering against the source-text excerpts recovered this week, to confirm the method generalises across documents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95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47472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database approach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913632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supervisor whether the CSV exports are sufficient, or whether direct PostgreSQL access is needed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0857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08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55371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implementation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992624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 the data processing pipeline for author fingerprints and the place co-occurrence network, based on the sketch chosen after feedback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Visual Trace Map of Edinburgh Place Names in Literature</dc:title>
  <dc:subject>PptxGenJS Presentation</dc:subject>
  <dc:creator>Merritt Wang</dc:creator>
  <cp:lastModifiedBy>Merritt Wang</cp:lastModifiedBy>
  <cp:revision>1</cp:revision>
  <dcterms:created xsi:type="dcterms:W3CDTF">2026-06-23T12:26:21Z</dcterms:created>
  <dcterms:modified xsi:type="dcterms:W3CDTF">2026-06-23T12:26:21Z</dcterms:modified>
</cp:coreProperties>
</file>